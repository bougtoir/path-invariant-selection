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Figure 1. The two pathways from experience to selection</a:t>
            </a:r>
          </a:p>
        </p:txBody>
      </p:sp>
      <p:pic>
        <p:nvPicPr>
          <p:cNvPr id="3" name="Picture 2" descr="Fig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7680960" cy="41084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Figure 2. Path-invariant versus path-dependent selection</a:t>
            </a:r>
          </a:p>
        </p:txBody>
      </p:sp>
      <p:pic>
        <p:nvPicPr>
          <p:cNvPr id="3" name="Picture 2" descr="Figu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768096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Figure 3. The direct-measurement continuum</a:t>
            </a:r>
          </a:p>
        </p:txBody>
      </p:sp>
      <p:pic>
        <p:nvPicPr>
          <p:cNvPr id="3" name="Picture 2" descr="Figur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7680960" cy="36659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